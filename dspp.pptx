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8044"/>
    <a:srgbClr val="202D3F"/>
    <a:srgbClr val="334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9"/>
    <p:restoredTop sz="94643"/>
  </p:normalViewPr>
  <p:slideViewPr>
    <p:cSldViewPr snapToGrid="0">
      <p:cViewPr varScale="1">
        <p:scale>
          <a:sx n="106" d="100"/>
          <a:sy n="106" d="100"/>
        </p:scale>
        <p:origin x="67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C6E2-A769-329A-790E-0659E0ADB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8857B9-CD95-E5F3-6002-630F3FCBC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5D59A-C20B-C931-AEE0-D084B6391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CED7-7A8F-584B-8317-BD63C839AA5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2B6DB-26FF-0829-1091-56E45A103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45327-7A82-2517-01BA-799F94D1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0EE1-140C-0041-B54F-B9ECE23F4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6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D5FE-7780-600D-5806-B6D5CD1A1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8570C-6718-E862-E24A-C01040D72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2AE86-0281-8455-D63F-480565651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CED7-7A8F-584B-8317-BD63C839AA5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83ED2-8169-C3CE-08F5-A7C19E935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499B-2AC9-F2C9-50B7-B15125BBC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0EE1-140C-0041-B54F-B9ECE23F4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3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C0D79-4CBC-4D08-85B2-F8904799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0EA77-0905-3884-250E-BB4AB99E0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A81B0-84FA-49EC-9F94-83BC37EB9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CED7-7A8F-584B-8317-BD63C839AA5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3193E-1896-B0E0-D810-5CFED9DF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9ABCA-3CE3-0277-336C-842233D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0EE1-140C-0041-B54F-B9ECE23F4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31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AE4E9-A03A-F899-334B-7066F23C1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1805D-8121-0BED-DE52-B83A25719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B4058-73D1-3EC3-5A73-F784B9D11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2B350-A437-E0B2-7256-E5453B4C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CED7-7A8F-584B-8317-BD63C839AA5B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D9B6A-255D-1589-4E74-00A38E2D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AC5F2-8D9F-035E-2BD6-515380A5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0EE1-140C-0041-B54F-B9ECE23F4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7E53-5A4A-71DD-0F73-C7F891F4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56CB3-2439-7839-60DF-AC316E60A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DB3D93-A735-EA1D-FF2F-41E641BB4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9F99C-EBD0-67CE-8A8C-701A8A4032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56650E-7E42-56DB-42B6-CE21F5E85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58EC2-B178-5F80-44D5-B511D0FA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CED7-7A8F-584B-8317-BD63C839AA5B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B4AF6-769A-2DD6-1ACC-7620425A9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9CDF7-D72C-0933-E18C-C7FE0A4E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0EE1-140C-0041-B54F-B9ECE23F4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23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7F663-B437-88D0-9A03-94787896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045C9B-4B6B-1074-254C-9A2846563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CED7-7A8F-584B-8317-BD63C839AA5B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FAAF42-25C9-D363-71F4-FE74ACE2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04222-7A94-226A-3ED0-B4319EF3A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0EE1-140C-0041-B54F-B9ECE23F4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42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5A24D5-A39E-FCD3-9D33-0EB5FBFA7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CED7-7A8F-584B-8317-BD63C839AA5B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680B3-8B2E-F711-0F89-268ACBCA0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800BF-F44D-EFED-0589-01FF17459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0EE1-140C-0041-B54F-B9ECE23F4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4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CE2E9-E318-80E0-A807-623DFA266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A369F-124C-292A-79D6-EDDB10E3D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F264A-A29D-1EA7-855E-0572717EE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69197-9E75-47FB-5021-A2BB6BE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CED7-7A8F-584B-8317-BD63C839AA5B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21371-3CEA-1FAE-D67E-2A8832658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35DE8-D6B1-490C-5363-C91262D6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0EE1-140C-0041-B54F-B9ECE23F4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8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5FE4-B302-FF30-3AA3-50CA1966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88E25-E78C-451B-7CA4-C2B829149F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C38D2-E95F-E6EC-AC25-09E807133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C2700-0C08-8288-2C70-B0B96E7B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CED7-7A8F-584B-8317-BD63C839AA5B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7DF67-1FE0-38D0-23FB-72DFB5BA2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449F5-B25F-4635-C7AA-E66E68FE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0EE1-140C-0041-B54F-B9ECE23F4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39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A9B1D-CE32-86D7-6A6C-A3ABFA58B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9423B-0D2C-F279-8470-4ACC5F45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91642-4FA8-F202-B0AB-1BD439C6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CED7-7A8F-584B-8317-BD63C839AA5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5FCFE-F19D-0CA2-EC27-1CD18D079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D4A1B-D34B-5307-073B-50B5B74D9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0EE1-140C-0041-B54F-B9ECE23F4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74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DA02F-6839-EFA0-3E96-900717121A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89061F-25A6-70A9-0BB7-AF7DC7EAE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2CACE-FC03-DB2B-5A34-7EB9B2E79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CED7-7A8F-584B-8317-BD63C839AA5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997C9-18E8-B391-9931-5EB03382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F79BC-12DE-D979-D25D-0A46F39AA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0EE1-140C-0041-B54F-B9ECE23F4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8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00A40-3B53-DA7A-6A3A-2FA6269B3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8E5D7-06F3-F2DC-B3CE-BAC3B50A6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CFFED-1883-61D4-CF3A-B54F65A5C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06CED7-7A8F-584B-8317-BD63C839AA5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4C1F4-C8A9-0592-5D2D-096F7AEDA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01F6F-6CA7-A8F9-4046-6D8FBD7ED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540EE1-140C-0041-B54F-B9ECE23F4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6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A9275D-39CD-E524-C73E-9AA1FC7BE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6502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F0F892-59A0-A02F-3844-8EDCA6B2DEBA}"/>
              </a:ext>
            </a:extLst>
          </p:cNvPr>
          <p:cNvSpPr txBox="1"/>
          <p:nvPr/>
        </p:nvSpPr>
        <p:spPr>
          <a:xfrm>
            <a:off x="4676444" y="1493331"/>
            <a:ext cx="3007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02D3F"/>
                </a:solidFill>
                <a:latin typeface="Century Gothic" panose="020B0502020202020204" pitchFamily="34" charset="0"/>
              </a:rPr>
              <a:t>Big Data </a:t>
            </a:r>
            <a:r>
              <a:rPr lang="en-US" sz="3600" dirty="0">
                <a:solidFill>
                  <a:srgbClr val="202D3F"/>
                </a:solidFill>
                <a:latin typeface="Century Gothic" panose="020B0502020202020204" pitchFamily="34" charset="0"/>
              </a:rPr>
              <a:t>&amp; </a:t>
            </a:r>
          </a:p>
          <a:p>
            <a:pPr algn="ctr"/>
            <a:r>
              <a:rPr lang="en-US" sz="3600" b="1" dirty="0">
                <a:solidFill>
                  <a:srgbClr val="202D3F"/>
                </a:solidFill>
                <a:latin typeface="Century Gothic" panose="020B0502020202020204" pitchFamily="34" charset="0"/>
              </a:rPr>
              <a:t>Public Policy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E79C72-3FD6-0D72-BCD9-DEDBD14AD9A6}"/>
              </a:ext>
            </a:extLst>
          </p:cNvPr>
          <p:cNvSpPr txBox="1"/>
          <p:nvPr/>
        </p:nvSpPr>
        <p:spPr>
          <a:xfrm rot="19809908">
            <a:off x="6856563" y="4690680"/>
            <a:ext cx="17187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202D3F"/>
                </a:solidFill>
                <a:latin typeface="Century Gothic" panose="020B0502020202020204" pitchFamily="34" charset="0"/>
              </a:rPr>
              <a:t>CAS TPP </a:t>
            </a:r>
            <a:r>
              <a:rPr lang="en-US" sz="1200" b="1" dirty="0">
                <a:solidFill>
                  <a:srgbClr val="D78044"/>
                </a:solidFill>
                <a:latin typeface="Century Gothic" panose="020B0502020202020204" pitchFamily="34" charset="0"/>
              </a:rPr>
              <a:t>@</a:t>
            </a:r>
            <a:r>
              <a:rPr lang="en-US" sz="1200" b="1" dirty="0">
                <a:solidFill>
                  <a:srgbClr val="202D3F"/>
                </a:solidFill>
                <a:latin typeface="Century Gothic" panose="020B0502020202020204" pitchFamily="34" charset="0"/>
              </a:rPr>
              <a:t> ETH Zürich</a:t>
            </a:r>
          </a:p>
        </p:txBody>
      </p:sp>
    </p:spTree>
    <p:extLst>
      <p:ext uri="{BB962C8B-B14F-4D97-AF65-F5344CB8AC3E}">
        <p14:creationId xmlns:p14="http://schemas.microsoft.com/office/powerpoint/2010/main" val="222311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98D17-8232-E418-62DD-AACF8FE6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7B6782-3C44-F9E4-03A3-875002914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6502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1C9FAB-0531-155D-45CA-6C55832D3A10}"/>
              </a:ext>
            </a:extLst>
          </p:cNvPr>
          <p:cNvSpPr txBox="1"/>
          <p:nvPr/>
        </p:nvSpPr>
        <p:spPr>
          <a:xfrm>
            <a:off x="3943006" y="1610289"/>
            <a:ext cx="430598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02D3F"/>
                </a:solidFill>
                <a:latin typeface="Century Gothic" panose="020B0502020202020204" pitchFamily="34" charset="0"/>
              </a:rPr>
              <a:t>Data Science </a:t>
            </a:r>
            <a:r>
              <a:rPr lang="en-US" sz="3200" dirty="0">
                <a:solidFill>
                  <a:srgbClr val="D78044"/>
                </a:solidFill>
                <a:latin typeface="Century Gothic" panose="020B0502020202020204" pitchFamily="34" charset="0"/>
              </a:rPr>
              <a:t>for</a:t>
            </a:r>
            <a:r>
              <a:rPr lang="en-US" sz="3200" dirty="0">
                <a:solidFill>
                  <a:srgbClr val="202D3F"/>
                </a:solidFill>
                <a:latin typeface="Century Gothic" panose="020B0502020202020204" pitchFamily="34" charset="0"/>
              </a:rPr>
              <a:t> </a:t>
            </a:r>
          </a:p>
          <a:p>
            <a:pPr algn="ctr"/>
            <a:r>
              <a:rPr lang="en-US" sz="3200" b="1" dirty="0">
                <a:solidFill>
                  <a:srgbClr val="202D3F"/>
                </a:solidFill>
                <a:latin typeface="Century Gothic" panose="020B0502020202020204" pitchFamily="34" charset="0"/>
              </a:rPr>
              <a:t>Environmental Policy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AA42D0-B1CF-18A5-79DB-FB383865D9CB}"/>
              </a:ext>
            </a:extLst>
          </p:cNvPr>
          <p:cNvSpPr txBox="1"/>
          <p:nvPr/>
        </p:nvSpPr>
        <p:spPr>
          <a:xfrm rot="19809908">
            <a:off x="7398843" y="4545355"/>
            <a:ext cx="1080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D78044"/>
                </a:solidFill>
                <a:latin typeface="Century Gothic" panose="020B0502020202020204" pitchFamily="34" charset="0"/>
              </a:rPr>
              <a:t>@</a:t>
            </a:r>
            <a:r>
              <a:rPr lang="en-US" sz="1200" b="1" dirty="0">
                <a:solidFill>
                  <a:srgbClr val="202D3F"/>
                </a:solidFill>
                <a:latin typeface="Century Gothic" panose="020B0502020202020204" pitchFamily="34" charset="0"/>
              </a:rPr>
              <a:t> ETH Zürich</a:t>
            </a:r>
          </a:p>
        </p:txBody>
      </p:sp>
    </p:spTree>
    <p:extLst>
      <p:ext uri="{BB962C8B-B14F-4D97-AF65-F5344CB8AC3E}">
        <p14:creationId xmlns:p14="http://schemas.microsoft.com/office/powerpoint/2010/main" val="1016483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11260</TotalTime>
  <Words>18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Chapman  Melissa</dc:creator>
  <cp:lastModifiedBy>Chapman  Melissa</cp:lastModifiedBy>
  <cp:revision>2</cp:revision>
  <dcterms:created xsi:type="dcterms:W3CDTF">2026-02-06T13:02:39Z</dcterms:created>
  <dcterms:modified xsi:type="dcterms:W3CDTF">2026-03-09T11:48:43Z</dcterms:modified>
</cp:coreProperties>
</file>